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32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39818-7AF6-A851-EC59-8E710A0FA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2C6BD-0E7C-A098-253C-67D54AA02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7189E-97C6-C0E1-EA71-EFA07764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C8C-F9B7-4DC1-A4A8-C1CDB52E1C6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CBA98-4CE9-AC2C-353E-EA097BA92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0E90E-2907-46F5-A421-CA47A2CA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BCBB-C6A9-492B-BA29-36C2DBF6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03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A3867-0BE5-A543-5AEA-340DBCF5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36E5D-1445-082F-8114-F0A52B29F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3349E-232A-29FE-A71F-B9016E34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C8C-F9B7-4DC1-A4A8-C1CDB52E1C6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3A802-2027-FEE5-1CBF-E80E24F29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876D4-CB9A-55BC-C5D1-3BCEB683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BCBB-C6A9-492B-BA29-36C2DBF6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48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5797-869F-139D-6CC7-8C60301E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4B771-4E01-E5D3-6B0B-766243374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6166A-D4F0-199E-E6D7-6881198DE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C8C-F9B7-4DC1-A4A8-C1CDB52E1C6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D84C2-32C2-F2B8-41FF-571B605B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45A3A-5A67-9B05-6669-7FF994726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BCBB-C6A9-492B-BA29-36C2DBF6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96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2FD3-7CBC-732A-68DB-6B0260EE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DE002-2E6D-B92B-C494-143B60675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D8EC1-D3C2-41ED-4A93-8DCD8F380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4BB0C-5230-E067-E4C4-7E3BD2FA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C8C-F9B7-4DC1-A4A8-C1CDB52E1C6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D9A09-58FE-EB3F-DF1D-F5C6C8D7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946D4-8A79-B5A8-2850-5A99C625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BCBB-C6A9-492B-BA29-36C2DBF6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93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4143-26A5-5F60-4610-675E6E208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A3C9E-3222-FBF6-9577-0C25A5624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49D1D-DBF0-955E-A6D3-A441825A2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4B0D4-892C-9FDC-465D-49DD820AA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D7188B-152B-3136-5813-BE5B12734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DCF83D-3D0B-3AA6-34BF-9F8AD7FD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C8C-F9B7-4DC1-A4A8-C1CDB52E1C6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79146A-D565-C8C3-E9A8-BA6E77821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E9B3-5FF5-4FF2-4B53-F4ADC811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BCBB-C6A9-492B-BA29-36C2DBF6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58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9A7C-183C-C400-9D8E-CCE55610E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1477DE-B209-1EF7-EEC5-B3841120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C8C-F9B7-4DC1-A4A8-C1CDB52E1C6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E84DA-FBC1-4E3F-CE0A-FDB78FA5A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A8FDA-4876-A963-33E2-7CEFCE82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BCBB-C6A9-492B-BA29-36C2DBF6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5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920B9A-DC8D-05BE-4E86-92477D9C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C8C-F9B7-4DC1-A4A8-C1CDB52E1C6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B7CFB9-250A-CAFC-FB9A-EC5269B6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2DAD4-DAEC-9976-426D-EAE0B4782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BCBB-C6A9-492B-BA29-36C2DBF6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95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60B-EEF9-A6FA-9BA6-1E44AD18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99827-8EC3-43FC-15FE-F8782B97B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975E4-7C1B-AC10-B1E7-674925079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3A377-C94E-6C23-5F6B-2D051AFB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C8C-F9B7-4DC1-A4A8-C1CDB52E1C6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A850F-B36E-EEE0-FEEC-3C9CD31F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C7637-CD5A-997F-5D88-AE763F2F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BCBB-C6A9-492B-BA29-36C2DBF6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94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4908-B1CB-F26C-2283-824181A25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BDC14-F582-978A-4E14-9C431309B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23B78-5E82-0EFD-49E0-75A24FFB8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2FB3B-87C9-2601-FDAB-A8E74176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C8C-F9B7-4DC1-A4A8-C1CDB52E1C6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0ACF4-B526-0401-28FE-6C79C9CCC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03736-49F5-A53C-D9BB-86054BE2A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BCBB-C6A9-492B-BA29-36C2DBF6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89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F8FC3-8100-6F7F-49C2-D3B862304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762D87-F999-9A39-C2F5-6C8386F13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A969D-AA24-5344-D10A-40BBED003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C8C-F9B7-4DC1-A4A8-C1CDB52E1C6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F2F6F-72AD-AB2E-D1C7-BCF59BBC0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A381E-7480-88F1-2CF5-A9087BAC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BCBB-C6A9-492B-BA29-36C2DBF6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6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58300C-F3BF-5399-AEE8-7A25B8E25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63F0F-2A40-4933-9C12-AB5D9F888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F6582-0B2B-49F3-00B1-5B7B6F9D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C8C-F9B7-4DC1-A4A8-C1CDB52E1C6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9C8DC-7EAC-9364-2FA0-7C1AA3E5B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EF7B8-7112-B243-750E-B77C21F5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BCBB-C6A9-492B-BA29-36C2DBF6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5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25A44-74C8-39C7-2BD1-5DB4A403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434A3-E314-7389-4D78-652F7709C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54164-E01E-78D5-85C1-2016287B4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D4C8C-F9B7-4DC1-A4A8-C1CDB52E1C6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131DC-9788-23BA-E67A-9C6028787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DDD45-27D1-222F-0A66-245C2A24E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5BCBB-C6A9-492B-BA29-36C2DBF6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8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1">
            <a:extLst>
              <a:ext uri="{FF2B5EF4-FFF2-40B4-BE49-F238E27FC236}">
                <a16:creationId xmlns:a16="http://schemas.microsoft.com/office/drawing/2014/main" id="{2744D3D6-7061-C15B-9949-7BF9EE28B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88"/>
            <a:ext cx="12192000" cy="683142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D51175-16CC-C155-2411-66B775B71772}"/>
              </a:ext>
            </a:extLst>
          </p:cNvPr>
          <p:cNvSpPr/>
          <p:nvPr/>
        </p:nvSpPr>
        <p:spPr>
          <a:xfrm>
            <a:off x="331417" y="1005751"/>
            <a:ext cx="1146486" cy="860817"/>
          </a:xfrm>
          <a:prstGeom prst="roundRect">
            <a:avLst>
              <a:gd name="adj" fmla="val 5953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AD5274-6C31-D8A4-BC7E-ECC056E4119D}"/>
              </a:ext>
            </a:extLst>
          </p:cNvPr>
          <p:cNvSpPr/>
          <p:nvPr/>
        </p:nvSpPr>
        <p:spPr>
          <a:xfrm>
            <a:off x="315590" y="169931"/>
            <a:ext cx="4193742" cy="785813"/>
          </a:xfrm>
          <a:prstGeom prst="roundRect">
            <a:avLst>
              <a:gd name="adj" fmla="val 5953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DB1171-6245-1890-4542-B2EC6C39AD38}"/>
              </a:ext>
            </a:extLst>
          </p:cNvPr>
          <p:cNvSpPr/>
          <p:nvPr/>
        </p:nvSpPr>
        <p:spPr>
          <a:xfrm>
            <a:off x="4607480" y="184212"/>
            <a:ext cx="4549128" cy="785813"/>
          </a:xfrm>
          <a:prstGeom prst="roundRect">
            <a:avLst>
              <a:gd name="adj" fmla="val 5953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F8B8EC4-6648-DA7A-8F5F-A71DE5CBBE0A}"/>
              </a:ext>
            </a:extLst>
          </p:cNvPr>
          <p:cNvSpPr/>
          <p:nvPr/>
        </p:nvSpPr>
        <p:spPr>
          <a:xfrm>
            <a:off x="315590" y="1920147"/>
            <a:ext cx="1039795" cy="4786313"/>
          </a:xfrm>
          <a:prstGeom prst="roundRect">
            <a:avLst>
              <a:gd name="adj" fmla="val 5953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FD2CE7-5301-526D-D115-F556FEDE3787}"/>
              </a:ext>
            </a:extLst>
          </p:cNvPr>
          <p:cNvSpPr/>
          <p:nvPr/>
        </p:nvSpPr>
        <p:spPr>
          <a:xfrm>
            <a:off x="1558744" y="1033798"/>
            <a:ext cx="2546212" cy="785813"/>
          </a:xfrm>
          <a:prstGeom prst="roundRect">
            <a:avLst>
              <a:gd name="adj" fmla="val 5953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EF798CC-4ADA-E535-3697-C4847CEFB181}"/>
              </a:ext>
            </a:extLst>
          </p:cNvPr>
          <p:cNvSpPr/>
          <p:nvPr/>
        </p:nvSpPr>
        <p:spPr>
          <a:xfrm>
            <a:off x="6687468" y="1029440"/>
            <a:ext cx="2469140" cy="801890"/>
          </a:xfrm>
          <a:prstGeom prst="roundRect">
            <a:avLst>
              <a:gd name="adj" fmla="val 5953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15859D8-C4A6-133C-5B9D-859708BC28BA}"/>
              </a:ext>
            </a:extLst>
          </p:cNvPr>
          <p:cNvSpPr/>
          <p:nvPr/>
        </p:nvSpPr>
        <p:spPr>
          <a:xfrm>
            <a:off x="1460291" y="1920148"/>
            <a:ext cx="3264375" cy="2393156"/>
          </a:xfrm>
          <a:prstGeom prst="roundRect">
            <a:avLst>
              <a:gd name="adj" fmla="val 2968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5022FF-08F2-8E48-6834-78CE8B2F698D}"/>
              </a:ext>
            </a:extLst>
          </p:cNvPr>
          <p:cNvSpPr/>
          <p:nvPr/>
        </p:nvSpPr>
        <p:spPr>
          <a:xfrm>
            <a:off x="4781281" y="1963008"/>
            <a:ext cx="2408181" cy="2336006"/>
          </a:xfrm>
          <a:prstGeom prst="roundRect">
            <a:avLst>
              <a:gd name="adj" fmla="val 2895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FDA98B-244A-C515-36E5-FA21D0654072}"/>
              </a:ext>
            </a:extLst>
          </p:cNvPr>
          <p:cNvSpPr/>
          <p:nvPr/>
        </p:nvSpPr>
        <p:spPr>
          <a:xfrm>
            <a:off x="1477903" y="4384742"/>
            <a:ext cx="5139931" cy="2336006"/>
          </a:xfrm>
          <a:prstGeom prst="roundRect">
            <a:avLst>
              <a:gd name="adj" fmla="val 3506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4BDB7E-0707-5B88-F773-B6B1F035297A}"/>
              </a:ext>
            </a:extLst>
          </p:cNvPr>
          <p:cNvSpPr/>
          <p:nvPr/>
        </p:nvSpPr>
        <p:spPr>
          <a:xfrm>
            <a:off x="7271764" y="1977299"/>
            <a:ext cx="1884844" cy="2393156"/>
          </a:xfrm>
          <a:prstGeom prst="roundRect">
            <a:avLst>
              <a:gd name="adj" fmla="val 2163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B9C7276-DCD8-B6C1-F515-32CE57A9CD70}"/>
              </a:ext>
            </a:extLst>
          </p:cNvPr>
          <p:cNvSpPr/>
          <p:nvPr/>
        </p:nvSpPr>
        <p:spPr>
          <a:xfrm>
            <a:off x="6714090" y="4441894"/>
            <a:ext cx="2442518" cy="2278853"/>
          </a:xfrm>
          <a:prstGeom prst="roundRect">
            <a:avLst>
              <a:gd name="adj" fmla="val 3334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38EA875-F7DA-C33A-03EA-BEAED784FAAE}"/>
              </a:ext>
            </a:extLst>
          </p:cNvPr>
          <p:cNvSpPr/>
          <p:nvPr/>
        </p:nvSpPr>
        <p:spPr>
          <a:xfrm>
            <a:off x="9252864" y="2493432"/>
            <a:ext cx="2648326" cy="4227315"/>
          </a:xfrm>
          <a:prstGeom prst="roundRect">
            <a:avLst>
              <a:gd name="adj" fmla="val 5953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8CFE2B34-BE1B-2A20-288E-AED4F7634E19}"/>
              </a:ext>
            </a:extLst>
          </p:cNvPr>
          <p:cNvSpPr/>
          <p:nvPr/>
        </p:nvSpPr>
        <p:spPr>
          <a:xfrm rot="5400000">
            <a:off x="8863865" y="632330"/>
            <a:ext cx="2189763" cy="1288367"/>
          </a:xfrm>
          <a:prstGeom prst="homePlate">
            <a:avLst/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E8593F76-48A3-4AA6-F5B3-08503C9C4ACA}"/>
              </a:ext>
            </a:extLst>
          </p:cNvPr>
          <p:cNvSpPr/>
          <p:nvPr/>
        </p:nvSpPr>
        <p:spPr>
          <a:xfrm rot="5400000">
            <a:off x="10205844" y="676872"/>
            <a:ext cx="2178845" cy="1188377"/>
          </a:xfrm>
          <a:prstGeom prst="homePlate">
            <a:avLst>
              <a:gd name="adj" fmla="val 53607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4FDBA41-1F31-CE36-B0B6-9FA87CB90346}"/>
              </a:ext>
            </a:extLst>
          </p:cNvPr>
          <p:cNvSpPr/>
          <p:nvPr/>
        </p:nvSpPr>
        <p:spPr>
          <a:xfrm>
            <a:off x="4181138" y="1032640"/>
            <a:ext cx="2408181" cy="795725"/>
          </a:xfrm>
          <a:prstGeom prst="roundRect">
            <a:avLst>
              <a:gd name="adj" fmla="val 5953"/>
            </a:avLst>
          </a:prstGeom>
          <a:solidFill>
            <a:srgbClr val="0832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C20D71-AA0B-168A-7175-5BB0167F29D9}"/>
              </a:ext>
            </a:extLst>
          </p:cNvPr>
          <p:cNvSpPr txBox="1"/>
          <p:nvPr/>
        </p:nvSpPr>
        <p:spPr>
          <a:xfrm>
            <a:off x="1238974" y="181632"/>
            <a:ext cx="3065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>
                <a:solidFill>
                  <a:schemeClr val="bg1"/>
                </a:solidFill>
              </a:rPr>
              <a:t>SALES DASHBOARD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76BD9B-0997-774A-1F78-7668CB845727}"/>
              </a:ext>
            </a:extLst>
          </p:cNvPr>
          <p:cNvSpPr txBox="1"/>
          <p:nvPr/>
        </p:nvSpPr>
        <p:spPr>
          <a:xfrm>
            <a:off x="1238973" y="590249"/>
            <a:ext cx="3352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200" b="1" dirty="0">
                <a:solidFill>
                  <a:srgbClr val="FFC000"/>
                </a:solidFill>
              </a:rPr>
              <a:t>SUPERMARKET SHOP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28" name="Graphic 27" descr="Presentation with bar chart">
            <a:extLst>
              <a:ext uri="{FF2B5EF4-FFF2-40B4-BE49-F238E27FC236}">
                <a16:creationId xmlns:a16="http://schemas.microsoft.com/office/drawing/2014/main" id="{8B07A17E-7736-3E67-F6B6-3F4457FFB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486" y="237117"/>
            <a:ext cx="680001" cy="68000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CE15A99-C7B9-6B7E-5C2D-D604184BDF77}"/>
              </a:ext>
            </a:extLst>
          </p:cNvPr>
          <p:cNvSpPr txBox="1"/>
          <p:nvPr/>
        </p:nvSpPr>
        <p:spPr>
          <a:xfrm>
            <a:off x="1539950" y="1043252"/>
            <a:ext cx="1494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dirty="0">
                <a:solidFill>
                  <a:srgbClr val="FFC000"/>
                </a:solidFill>
              </a:rPr>
              <a:t>TOTAL SALES</a:t>
            </a:r>
            <a:endParaRPr lang="en-US" sz="1400" b="1" dirty="0">
              <a:solidFill>
                <a:srgbClr val="FFC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97E5A5-DD6B-00F3-44D3-08A83A615CDF}"/>
              </a:ext>
            </a:extLst>
          </p:cNvPr>
          <p:cNvSpPr txBox="1"/>
          <p:nvPr/>
        </p:nvSpPr>
        <p:spPr>
          <a:xfrm>
            <a:off x="4203104" y="1052803"/>
            <a:ext cx="1494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dirty="0">
                <a:solidFill>
                  <a:srgbClr val="FFC000"/>
                </a:solidFill>
              </a:rPr>
              <a:t>TOTAL PROFIT</a:t>
            </a:r>
            <a:endParaRPr lang="en-US" sz="1400" b="1" dirty="0">
              <a:solidFill>
                <a:srgbClr val="FFC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BDBBCA-3785-F708-2D0C-1CADEE0236C1}"/>
              </a:ext>
            </a:extLst>
          </p:cNvPr>
          <p:cNvSpPr txBox="1"/>
          <p:nvPr/>
        </p:nvSpPr>
        <p:spPr>
          <a:xfrm>
            <a:off x="6648948" y="1069639"/>
            <a:ext cx="1494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dirty="0">
                <a:solidFill>
                  <a:srgbClr val="FFC000"/>
                </a:solidFill>
              </a:rPr>
              <a:t>TOTAL BUYING</a:t>
            </a:r>
            <a:endParaRPr lang="en-US" sz="1400" b="1" dirty="0">
              <a:solidFill>
                <a:srgbClr val="FFC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08E861-C17F-BE64-5564-9ED2028CA836}"/>
              </a:ext>
            </a:extLst>
          </p:cNvPr>
          <p:cNvSpPr txBox="1"/>
          <p:nvPr/>
        </p:nvSpPr>
        <p:spPr>
          <a:xfrm>
            <a:off x="1912667" y="1995157"/>
            <a:ext cx="1494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dirty="0">
                <a:solidFill>
                  <a:schemeClr val="bg1"/>
                </a:solidFill>
              </a:rPr>
              <a:t>MONTHLY</a:t>
            </a:r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3B3C1CB-3946-FDE9-5D58-1FE29BD41C24}"/>
              </a:ext>
            </a:extLst>
          </p:cNvPr>
          <p:cNvCxnSpPr>
            <a:cxnSpLocks/>
          </p:cNvCxnSpPr>
          <p:nvPr/>
        </p:nvCxnSpPr>
        <p:spPr>
          <a:xfrm>
            <a:off x="1477903" y="2360481"/>
            <a:ext cx="32467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1" name="Graphic 40" descr="Flip calendar">
            <a:extLst>
              <a:ext uri="{FF2B5EF4-FFF2-40B4-BE49-F238E27FC236}">
                <a16:creationId xmlns:a16="http://schemas.microsoft.com/office/drawing/2014/main" id="{14FCBD1B-558A-EE54-32A6-E5FC413A7D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39949" y="1912587"/>
            <a:ext cx="458807" cy="458807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443CB07-FAD9-46FD-811A-528D430B478D}"/>
              </a:ext>
            </a:extLst>
          </p:cNvPr>
          <p:cNvCxnSpPr>
            <a:cxnSpLocks/>
          </p:cNvCxnSpPr>
          <p:nvPr/>
        </p:nvCxnSpPr>
        <p:spPr>
          <a:xfrm>
            <a:off x="1460291" y="4884606"/>
            <a:ext cx="515754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E4B2515-17BA-240F-6DD4-E4B84CEE9411}"/>
              </a:ext>
            </a:extLst>
          </p:cNvPr>
          <p:cNvCxnSpPr>
            <a:cxnSpLocks/>
          </p:cNvCxnSpPr>
          <p:nvPr/>
        </p:nvCxnSpPr>
        <p:spPr>
          <a:xfrm>
            <a:off x="4823869" y="2360481"/>
            <a:ext cx="23459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8E9DBEF-BB72-4633-6965-A029C3D8D7FE}"/>
              </a:ext>
            </a:extLst>
          </p:cNvPr>
          <p:cNvCxnSpPr>
            <a:cxnSpLocks/>
          </p:cNvCxnSpPr>
          <p:nvPr/>
        </p:nvCxnSpPr>
        <p:spPr>
          <a:xfrm>
            <a:off x="7271764" y="2374966"/>
            <a:ext cx="18848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B2FC1DD-7138-0972-EAD1-49FFC1EA21E3}"/>
              </a:ext>
            </a:extLst>
          </p:cNvPr>
          <p:cNvCxnSpPr>
            <a:cxnSpLocks/>
          </p:cNvCxnSpPr>
          <p:nvPr/>
        </p:nvCxnSpPr>
        <p:spPr>
          <a:xfrm>
            <a:off x="6732846" y="4884606"/>
            <a:ext cx="242376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8226720-D6BF-4A90-888D-CFC8BF40EB54}"/>
              </a:ext>
            </a:extLst>
          </p:cNvPr>
          <p:cNvSpPr txBox="1"/>
          <p:nvPr/>
        </p:nvSpPr>
        <p:spPr>
          <a:xfrm>
            <a:off x="5198203" y="2016985"/>
            <a:ext cx="1494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dirty="0">
                <a:solidFill>
                  <a:schemeClr val="bg1"/>
                </a:solidFill>
              </a:rPr>
              <a:t>PRODUCT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E56E18-EFA4-A0B9-F632-CB1F8234BF07}"/>
              </a:ext>
            </a:extLst>
          </p:cNvPr>
          <p:cNvSpPr txBox="1"/>
          <p:nvPr/>
        </p:nvSpPr>
        <p:spPr>
          <a:xfrm>
            <a:off x="7706078" y="2031071"/>
            <a:ext cx="1111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dirty="0">
                <a:solidFill>
                  <a:schemeClr val="bg1"/>
                </a:solidFill>
              </a:rPr>
              <a:t>SALES TYPE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DB2DDC-04FD-5B5F-14A0-A79FACCF42DA}"/>
              </a:ext>
            </a:extLst>
          </p:cNvPr>
          <p:cNvSpPr txBox="1"/>
          <p:nvPr/>
        </p:nvSpPr>
        <p:spPr>
          <a:xfrm>
            <a:off x="1925821" y="4499933"/>
            <a:ext cx="1494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dirty="0">
                <a:solidFill>
                  <a:schemeClr val="bg1"/>
                </a:solidFill>
              </a:rPr>
              <a:t>DAILY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8F334B-E487-B86D-8BEC-9F368948E3EF}"/>
              </a:ext>
            </a:extLst>
          </p:cNvPr>
          <p:cNvSpPr txBox="1"/>
          <p:nvPr/>
        </p:nvSpPr>
        <p:spPr>
          <a:xfrm>
            <a:off x="7158735" y="4509362"/>
            <a:ext cx="1494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dirty="0">
                <a:solidFill>
                  <a:schemeClr val="bg1"/>
                </a:solidFill>
              </a:rPr>
              <a:t>PAYMENT MODE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5AF1F12-4F87-90DD-7111-A2DBF88DF8D6}"/>
              </a:ext>
            </a:extLst>
          </p:cNvPr>
          <p:cNvCxnSpPr>
            <a:cxnSpLocks/>
          </p:cNvCxnSpPr>
          <p:nvPr/>
        </p:nvCxnSpPr>
        <p:spPr>
          <a:xfrm>
            <a:off x="9365146" y="2908168"/>
            <a:ext cx="242376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F4F527A-7A66-8A11-8CBA-937BF9E56FE3}"/>
              </a:ext>
            </a:extLst>
          </p:cNvPr>
          <p:cNvSpPr txBox="1"/>
          <p:nvPr/>
        </p:nvSpPr>
        <p:spPr>
          <a:xfrm>
            <a:off x="9736560" y="2565745"/>
            <a:ext cx="1494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dirty="0">
                <a:solidFill>
                  <a:schemeClr val="bg1"/>
                </a:solidFill>
              </a:rPr>
              <a:t>CATEGORY</a:t>
            </a:r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65" name="Graphic 64" descr="Daily calendar">
            <a:extLst>
              <a:ext uri="{FF2B5EF4-FFF2-40B4-BE49-F238E27FC236}">
                <a16:creationId xmlns:a16="http://schemas.microsoft.com/office/drawing/2014/main" id="{9BE5E1DA-551A-B780-00DC-ECEBA82198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9949" y="4404387"/>
            <a:ext cx="458807" cy="458807"/>
          </a:xfrm>
          <a:prstGeom prst="rect">
            <a:avLst/>
          </a:prstGeom>
        </p:spPr>
      </p:pic>
      <p:pic>
        <p:nvPicPr>
          <p:cNvPr id="67" name="Graphic 66" descr="Coins">
            <a:extLst>
              <a:ext uri="{FF2B5EF4-FFF2-40B4-BE49-F238E27FC236}">
                <a16:creationId xmlns:a16="http://schemas.microsoft.com/office/drawing/2014/main" id="{20E0B09E-11D5-2DCA-A207-E78F7D770A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82469" y="4456201"/>
            <a:ext cx="406993" cy="406993"/>
          </a:xfrm>
          <a:prstGeom prst="rect">
            <a:avLst/>
          </a:prstGeom>
        </p:spPr>
      </p:pic>
      <p:pic>
        <p:nvPicPr>
          <p:cNvPr id="69" name="Graphic 68" descr="Checklist">
            <a:extLst>
              <a:ext uri="{FF2B5EF4-FFF2-40B4-BE49-F238E27FC236}">
                <a16:creationId xmlns:a16="http://schemas.microsoft.com/office/drawing/2014/main" id="{B39569EB-7935-4C94-5FD3-0E85E28CC11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14194" y="2528079"/>
            <a:ext cx="345443" cy="345443"/>
          </a:xfrm>
          <a:prstGeom prst="rect">
            <a:avLst/>
          </a:prstGeom>
        </p:spPr>
      </p:pic>
      <p:pic>
        <p:nvPicPr>
          <p:cNvPr id="73" name="Graphic 72" descr="Tag">
            <a:extLst>
              <a:ext uri="{FF2B5EF4-FFF2-40B4-BE49-F238E27FC236}">
                <a16:creationId xmlns:a16="http://schemas.microsoft.com/office/drawing/2014/main" id="{0D4E27E7-9415-71FF-9282-9A0404B9B4B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78824" y="1983134"/>
            <a:ext cx="375477" cy="375477"/>
          </a:xfrm>
          <a:prstGeom prst="rect">
            <a:avLst/>
          </a:prstGeom>
        </p:spPr>
      </p:pic>
      <p:pic>
        <p:nvPicPr>
          <p:cNvPr id="75" name="Graphic 74" descr="Box">
            <a:extLst>
              <a:ext uri="{FF2B5EF4-FFF2-40B4-BE49-F238E27FC236}">
                <a16:creationId xmlns:a16="http://schemas.microsoft.com/office/drawing/2014/main" id="{013B2E93-6E27-2E0D-14C3-8247AA42D46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66039" y="1938500"/>
            <a:ext cx="412653" cy="412653"/>
          </a:xfrm>
          <a:prstGeom prst="rect">
            <a:avLst/>
          </a:prstGeom>
        </p:spPr>
      </p:pic>
      <p:sp>
        <p:nvSpPr>
          <p:cNvPr id="80" name="Arrow: Pentagon 79">
            <a:extLst>
              <a:ext uri="{FF2B5EF4-FFF2-40B4-BE49-F238E27FC236}">
                <a16:creationId xmlns:a16="http://schemas.microsoft.com/office/drawing/2014/main" id="{F32C1160-D6B1-356A-5F64-66E20FC8F8B5}"/>
              </a:ext>
            </a:extLst>
          </p:cNvPr>
          <p:cNvSpPr/>
          <p:nvPr/>
        </p:nvSpPr>
        <p:spPr>
          <a:xfrm rot="5400000">
            <a:off x="8960981" y="708857"/>
            <a:ext cx="2000706" cy="1094018"/>
          </a:xfrm>
          <a:prstGeom prst="homePlat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Arrow: Pentagon 81">
            <a:extLst>
              <a:ext uri="{FF2B5EF4-FFF2-40B4-BE49-F238E27FC236}">
                <a16:creationId xmlns:a16="http://schemas.microsoft.com/office/drawing/2014/main" id="{2F1E733F-D5AB-D526-7094-7584D7475B2D}"/>
              </a:ext>
            </a:extLst>
          </p:cNvPr>
          <p:cNvSpPr/>
          <p:nvPr/>
        </p:nvSpPr>
        <p:spPr>
          <a:xfrm rot="5400000">
            <a:off x="10310644" y="734571"/>
            <a:ext cx="2000706" cy="1042590"/>
          </a:xfrm>
          <a:prstGeom prst="homePlate">
            <a:avLst>
              <a:gd name="adj" fmla="val 54111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6AC71E8-3B8D-C9B0-CE9A-3DC5A7F25B23}"/>
              </a:ext>
            </a:extLst>
          </p:cNvPr>
          <p:cNvSpPr txBox="1"/>
          <p:nvPr/>
        </p:nvSpPr>
        <p:spPr>
          <a:xfrm>
            <a:off x="9238381" y="255513"/>
            <a:ext cx="1494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b="1" dirty="0">
                <a:solidFill>
                  <a:srgbClr val="FFC000"/>
                </a:solidFill>
              </a:rPr>
              <a:t>TOP</a:t>
            </a:r>
          </a:p>
          <a:p>
            <a:pPr algn="ctr"/>
            <a:r>
              <a:rPr lang="id-ID" sz="1400" b="1" dirty="0">
                <a:solidFill>
                  <a:srgbClr val="FFC000"/>
                </a:solidFill>
              </a:rPr>
              <a:t>PRODUCT</a:t>
            </a:r>
            <a:endParaRPr lang="en-US" sz="1400" b="1" dirty="0">
              <a:solidFill>
                <a:srgbClr val="FFC00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F868C4-7365-5565-2773-DB4CE79DA2C3}"/>
              </a:ext>
            </a:extLst>
          </p:cNvPr>
          <p:cNvSpPr txBox="1"/>
          <p:nvPr/>
        </p:nvSpPr>
        <p:spPr>
          <a:xfrm>
            <a:off x="10563918" y="237117"/>
            <a:ext cx="1494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b="1" dirty="0">
                <a:solidFill>
                  <a:srgbClr val="FFC000"/>
                </a:solidFill>
              </a:rPr>
              <a:t>TOP</a:t>
            </a:r>
          </a:p>
          <a:p>
            <a:pPr algn="ctr"/>
            <a:r>
              <a:rPr lang="id-ID" sz="1400" b="1" dirty="0">
                <a:solidFill>
                  <a:srgbClr val="FFC000"/>
                </a:solidFill>
              </a:rPr>
              <a:t>CATEGORY</a:t>
            </a:r>
            <a:endParaRPr lang="en-US" sz="1400" b="1" dirty="0">
              <a:solidFill>
                <a:srgbClr val="FFC000"/>
              </a:solidFill>
            </a:endParaRPr>
          </a:p>
        </p:txBody>
      </p:sp>
      <p:pic>
        <p:nvPicPr>
          <p:cNvPr id="86" name="Graphic 85" descr="Trophy">
            <a:extLst>
              <a:ext uri="{FF2B5EF4-FFF2-40B4-BE49-F238E27FC236}">
                <a16:creationId xmlns:a16="http://schemas.microsoft.com/office/drawing/2014/main" id="{81010735-3C33-F8AA-7A78-C7D0E35DDF4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11940" y="1574819"/>
            <a:ext cx="492659" cy="492659"/>
          </a:xfrm>
          <a:prstGeom prst="rect">
            <a:avLst/>
          </a:prstGeom>
        </p:spPr>
      </p:pic>
      <p:pic>
        <p:nvPicPr>
          <p:cNvPr id="88" name="Graphic 87" descr="Ribbon">
            <a:extLst>
              <a:ext uri="{FF2B5EF4-FFF2-40B4-BE49-F238E27FC236}">
                <a16:creationId xmlns:a16="http://schemas.microsoft.com/office/drawing/2014/main" id="{71B5202B-1865-00E2-87D2-3F5127236AF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97696" y="1636894"/>
            <a:ext cx="457200" cy="457200"/>
          </a:xfrm>
          <a:prstGeom prst="rect">
            <a:avLst/>
          </a:prstGeom>
        </p:spPr>
      </p:pic>
      <p:pic>
        <p:nvPicPr>
          <p:cNvPr id="94" name="Graphic 93" descr="Bar graph with upward trend">
            <a:extLst>
              <a:ext uri="{FF2B5EF4-FFF2-40B4-BE49-F238E27FC236}">
                <a16:creationId xmlns:a16="http://schemas.microsoft.com/office/drawing/2014/main" id="{CAD0BD0C-77A6-3D9F-23F1-2701C48D17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41511" y="1076643"/>
            <a:ext cx="747808" cy="747808"/>
          </a:xfrm>
          <a:prstGeom prst="rect">
            <a:avLst/>
          </a:prstGeom>
        </p:spPr>
      </p:pic>
      <p:pic>
        <p:nvPicPr>
          <p:cNvPr id="96" name="Graphic 95" descr="Money">
            <a:extLst>
              <a:ext uri="{FF2B5EF4-FFF2-40B4-BE49-F238E27FC236}">
                <a16:creationId xmlns:a16="http://schemas.microsoft.com/office/drawing/2014/main" id="{90B0CD57-95DB-EAC3-0B54-17A35C7978B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325551" y="1069639"/>
            <a:ext cx="733303" cy="733303"/>
          </a:xfrm>
          <a:prstGeom prst="rect">
            <a:avLst/>
          </a:prstGeom>
        </p:spPr>
      </p:pic>
      <p:pic>
        <p:nvPicPr>
          <p:cNvPr id="98" name="Graphic 97" descr="Piggy Bank">
            <a:extLst>
              <a:ext uri="{FF2B5EF4-FFF2-40B4-BE49-F238E27FC236}">
                <a16:creationId xmlns:a16="http://schemas.microsoft.com/office/drawing/2014/main" id="{3A545028-DA7E-15C1-0EC5-955ACB5CD23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301061" y="1005751"/>
            <a:ext cx="859505" cy="85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991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22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 Indah puspita</dc:creator>
  <cp:lastModifiedBy>Nur Indah puspita</cp:lastModifiedBy>
  <cp:revision>2</cp:revision>
  <dcterms:created xsi:type="dcterms:W3CDTF">2025-10-21T13:05:22Z</dcterms:created>
  <dcterms:modified xsi:type="dcterms:W3CDTF">2025-10-23T06:33:25Z</dcterms:modified>
</cp:coreProperties>
</file>